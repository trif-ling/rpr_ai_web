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8"/>
  </p:notesMasterIdLst>
  <p:sldIdLst>
    <p:sldId id="256" r:id="rId2"/>
    <p:sldId id="259" r:id="rId3"/>
    <p:sldId id="306" r:id="rId4"/>
    <p:sldId id="307" r:id="rId5"/>
    <p:sldId id="308" r:id="rId6"/>
    <p:sldId id="284" r:id="rId7"/>
  </p:sldIdLst>
  <p:sldSz cx="9144000" cy="5143500" type="screen16x9"/>
  <p:notesSz cx="6858000" cy="9144000"/>
  <p:embeddedFontLst>
    <p:embeddedFont>
      <p:font typeface="Montserrat" panose="00000500000000000000" pitchFamily="2" charset="-18"/>
      <p:regular r:id="rId9"/>
      <p:bold r:id="rId10"/>
      <p:italic r:id="rId11"/>
      <p:boldItalic r:id="rId12"/>
    </p:embeddedFont>
    <p:embeddedFont>
      <p:font typeface="Montserrat Black" panose="00000A00000000000000" pitchFamily="2" charset="-18"/>
      <p:bold r:id="rId13"/>
      <p:boldItalic r:id="rId14"/>
    </p:embeddedFont>
    <p:embeddedFont>
      <p:font typeface="Nunito Light" panose="00000400000000000000" pitchFamily="2" charset="-18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D276B-D76B-9B9B-B343-C510E62B0CE9}" v="142" dt="2026-03-19T17:08:29.238"/>
    <p1510:client id="{B5D1637C-131E-BDEA-0FCA-A6EF4E447956}" v="39" dt="2026-03-19T15:18:29.764"/>
  </p1510:revLst>
</p1510:revInfo>
</file>

<file path=ppt/tableStyles.xml><?xml version="1.0" encoding="utf-8"?>
<a:tblStyleLst xmlns:a="http://schemas.openxmlformats.org/drawingml/2006/main" def="{943071B7-2853-4989-8913-A1E7C4DADE40}">
  <a:tblStyle styleId="{943071B7-2853-4989-8913-A1E7C4DADE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cs-CZ"/>
          </a:p>
        </p:txBody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cs-CZ"/>
          </a:p>
        </p:txBody>
      </p:sp>
      <p:sp>
        <p:nvSpPr>
          <p:cNvPr id="1298" name="Google Shape;1298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>
          <a:extLst>
            <a:ext uri="{FF2B5EF4-FFF2-40B4-BE49-F238E27FC236}">
              <a16:creationId xmlns:a16="http://schemas.microsoft.com/office/drawing/2014/main" id="{17C6AB57-87F4-E47E-FDD9-03BC65C6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1734a882cf6_0_26:notes">
            <a:extLst>
              <a:ext uri="{FF2B5EF4-FFF2-40B4-BE49-F238E27FC236}">
                <a16:creationId xmlns:a16="http://schemas.microsoft.com/office/drawing/2014/main" id="{D986DB04-9A62-80D7-0C9B-641336B30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cs-CZ"/>
          </a:p>
        </p:txBody>
      </p:sp>
      <p:sp>
        <p:nvSpPr>
          <p:cNvPr id="1298" name="Google Shape;1298;g1734a882cf6_0_26:notes">
            <a:extLst>
              <a:ext uri="{FF2B5EF4-FFF2-40B4-BE49-F238E27FC236}">
                <a16:creationId xmlns:a16="http://schemas.microsoft.com/office/drawing/2014/main" id="{5E127D49-B953-384C-EF30-B82EAA641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119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>
          <a:extLst>
            <a:ext uri="{FF2B5EF4-FFF2-40B4-BE49-F238E27FC236}">
              <a16:creationId xmlns:a16="http://schemas.microsoft.com/office/drawing/2014/main" id="{F5B95C34-9661-592A-81E3-E058BFE4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1734a882cf6_0_26:notes">
            <a:extLst>
              <a:ext uri="{FF2B5EF4-FFF2-40B4-BE49-F238E27FC236}">
                <a16:creationId xmlns:a16="http://schemas.microsoft.com/office/drawing/2014/main" id="{5A767C42-FF80-2498-E67F-44E3F074D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cs-CZ"/>
          </a:p>
        </p:txBody>
      </p:sp>
      <p:sp>
        <p:nvSpPr>
          <p:cNvPr id="1298" name="Google Shape;1298;g1734a882cf6_0_26:notes">
            <a:extLst>
              <a:ext uri="{FF2B5EF4-FFF2-40B4-BE49-F238E27FC236}">
                <a16:creationId xmlns:a16="http://schemas.microsoft.com/office/drawing/2014/main" id="{3907BAA3-D5D9-724E-3DD7-217AB43EC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514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cs-CZ"/>
          </a:p>
        </p:txBody>
      </p:sp>
      <p:sp>
        <p:nvSpPr>
          <p:cNvPr id="2275" name="Google Shape;2275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75" r:id="rId7"/>
    <p:sldLayoutId id="2147483676" r:id="rId8"/>
    <p:sldLayoutId id="214748367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7" name="Google Shape;1247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35"/>
          <p:cNvSpPr txBox="1">
            <a:spLocks noGrp="1"/>
          </p:cNvSpPr>
          <p:nvPr>
            <p:ph type="ctrTitle"/>
          </p:nvPr>
        </p:nvSpPr>
        <p:spPr>
          <a:xfrm>
            <a:off x="725078" y="1256687"/>
            <a:ext cx="5609938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200"/>
              <a:t>JUNOMI</a:t>
            </a:r>
            <a:r>
              <a:rPr lang="en" sz="5200"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" sz="52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(AI)</a:t>
            </a:r>
            <a:endParaRPr lang="cs-CZ" sz="520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>
                <a:latin typeface="Montserrat"/>
                <a:ea typeface="Montserrat"/>
                <a:cs typeface="Montserrat"/>
                <a:sym typeface="Montserrat"/>
              </a:rPr>
              <a:t>PROJECT RPR</a:t>
            </a:r>
          </a:p>
        </p:txBody>
      </p:sp>
      <p:sp>
        <p:nvSpPr>
          <p:cNvPr id="1249" name="Google Shape;1249;p35"/>
          <p:cNvSpPr txBox="1">
            <a:spLocks noGrp="1"/>
          </p:cNvSpPr>
          <p:nvPr>
            <p:ph type="subTitle" idx="1"/>
          </p:nvPr>
        </p:nvSpPr>
        <p:spPr>
          <a:xfrm>
            <a:off x="835459" y="3519454"/>
            <a:ext cx="1591977" cy="5065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/>
              <a:t>junomi.app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38"/>
          <p:cNvSpPr txBox="1">
            <a:spLocks noGrp="1"/>
          </p:cNvSpPr>
          <p:nvPr>
            <p:ph type="title"/>
          </p:nvPr>
        </p:nvSpPr>
        <p:spPr>
          <a:xfrm>
            <a:off x="5283198" y="456625"/>
            <a:ext cx="19081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Design</a:t>
            </a:r>
          </a:p>
        </p:txBody>
      </p:sp>
      <p:grpSp>
        <p:nvGrpSpPr>
          <p:cNvPr id="1308" name="Google Shape;1308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09" name="Google Shape;130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ovéPole 8">
            <a:extLst>
              <a:ext uri="{FF2B5EF4-FFF2-40B4-BE49-F238E27FC236}">
                <a16:creationId xmlns:a16="http://schemas.microsoft.com/office/drawing/2014/main" id="{9A37EA10-B7FD-39A6-010D-306199CA0AC1}"/>
              </a:ext>
            </a:extLst>
          </p:cNvPr>
          <p:cNvSpPr txBox="1"/>
          <p:nvPr/>
        </p:nvSpPr>
        <p:spPr>
          <a:xfrm>
            <a:off x="702787" y="2139264"/>
            <a:ext cx="49890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Design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 Login </a:t>
            </a:r>
            <a:r>
              <a:rPr lang="cs-CZ" sz="1800" dirty="0" err="1">
                <a:solidFill>
                  <a:srgbClr val="FFFFFF"/>
                </a:solidFill>
                <a:latin typeface="Montserrat Black"/>
              </a:rPr>
              <a:t>page</a:t>
            </a:r>
            <a:endParaRPr lang="cs-CZ" sz="1800" dirty="0">
              <a:solidFill>
                <a:srgbClr val="FFFFFF"/>
              </a:solidFill>
              <a:latin typeface="Montserrat Black"/>
            </a:endParaRP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</a:t>
            </a:r>
            <a:r>
              <a:rPr lang="cs-CZ" sz="1800" dirty="0" err="1">
                <a:solidFill>
                  <a:srgbClr val="FFFFFF"/>
                </a:solidFill>
                <a:latin typeface="Montserrat Black"/>
              </a:rPr>
              <a:t>Side</a:t>
            </a:r>
            <a:r>
              <a:rPr lang="cs-CZ" sz="1800" dirty="0">
                <a:solidFill>
                  <a:srgbClr val="FFFFFF"/>
                </a:solidFill>
                <a:latin typeface="Montserrat Black"/>
              </a:rPr>
              <a:t> panel pro historii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 Pop up okno pro cookies</a:t>
            </a:r>
          </a:p>
          <a:p>
            <a:endParaRPr lang="cs-CZ" sz="1800" dirty="0">
              <a:solidFill>
                <a:srgbClr val="FFFFFF"/>
              </a:solidFill>
              <a:latin typeface="Montserrat Black"/>
            </a:endParaRPr>
          </a:p>
          <a:p>
            <a:r>
              <a:rPr lang="cs-CZ" sz="1800" dirty="0" err="1">
                <a:solidFill>
                  <a:srgbClr val="FFFFFF"/>
                </a:solidFill>
                <a:latin typeface="Montserrat Black"/>
              </a:rPr>
              <a:t>Blender</a:t>
            </a:r>
            <a:endParaRPr lang="cs-CZ" sz="1800" dirty="0">
              <a:solidFill>
                <a:srgbClr val="FFFFFF"/>
              </a:solidFill>
              <a:latin typeface="Montserrat Black"/>
            </a:endParaRP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 Nový model robota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FAEFF2-48CF-298A-5987-638BE2DE7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174" y="1858019"/>
            <a:ext cx="1260132" cy="13347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71FA90-2145-45E7-9B22-09900514F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612" y="1189338"/>
            <a:ext cx="2492770" cy="2455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337758-F7BE-824B-74F1-20509C27A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28" y="3370660"/>
            <a:ext cx="2571751" cy="1058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3C85B-1E9F-CEC9-5016-669264B37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382" y="3901518"/>
            <a:ext cx="2009775" cy="92392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>
          <a:extLst>
            <a:ext uri="{FF2B5EF4-FFF2-40B4-BE49-F238E27FC236}">
              <a16:creationId xmlns:a16="http://schemas.microsoft.com/office/drawing/2014/main" id="{EBFB76DA-467E-DBDD-C3B8-61512F74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ázek 12">
            <a:extLst>
              <a:ext uri="{FF2B5EF4-FFF2-40B4-BE49-F238E27FC236}">
                <a16:creationId xmlns:a16="http://schemas.microsoft.com/office/drawing/2014/main" id="{DF5091F7-C480-FC35-91A0-4BD9501D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33" y="2670837"/>
            <a:ext cx="4503969" cy="2086518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235CB2E0-AC19-5261-5DE1-45E27E4B8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398" y="1106125"/>
            <a:ext cx="2212388" cy="3590531"/>
          </a:xfrm>
          <a:prstGeom prst="rect">
            <a:avLst/>
          </a:prstGeom>
        </p:spPr>
      </p:pic>
      <p:sp>
        <p:nvSpPr>
          <p:cNvPr id="1301" name="Google Shape;1301;p38">
            <a:extLst>
              <a:ext uri="{FF2B5EF4-FFF2-40B4-BE49-F238E27FC236}">
                <a16:creationId xmlns:a16="http://schemas.microsoft.com/office/drawing/2014/main" id="{5AC2176B-C9C5-60A2-8830-71C37261B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5288" y="456625"/>
            <a:ext cx="230279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Frontend</a:t>
            </a:r>
            <a:endParaRPr/>
          </a:p>
        </p:txBody>
      </p:sp>
      <p:grpSp>
        <p:nvGrpSpPr>
          <p:cNvPr id="1308" name="Google Shape;1308;p38">
            <a:extLst>
              <a:ext uri="{FF2B5EF4-FFF2-40B4-BE49-F238E27FC236}">
                <a16:creationId xmlns:a16="http://schemas.microsoft.com/office/drawing/2014/main" id="{919FA5F7-3639-7A02-E870-D2E7DDF80A1B}"/>
              </a:ext>
            </a:extLst>
          </p:cNvPr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09" name="Google Shape;1309;p38">
              <a:extLst>
                <a:ext uri="{FF2B5EF4-FFF2-40B4-BE49-F238E27FC236}">
                  <a16:creationId xmlns:a16="http://schemas.microsoft.com/office/drawing/2014/main" id="{5D22040C-7B85-0307-FEDC-BF83F65C77F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>
              <a:extLst>
                <a:ext uri="{FF2B5EF4-FFF2-40B4-BE49-F238E27FC236}">
                  <a16:creationId xmlns:a16="http://schemas.microsoft.com/office/drawing/2014/main" id="{9E9B2EF8-AC8C-15F2-907B-B5358E249DD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38">
            <a:extLst>
              <a:ext uri="{FF2B5EF4-FFF2-40B4-BE49-F238E27FC236}">
                <a16:creationId xmlns:a16="http://schemas.microsoft.com/office/drawing/2014/main" id="{61947C41-B70C-77C2-ACDE-33CB54068376}"/>
              </a:ext>
            </a:extLst>
          </p:cNvPr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2" name="Google Shape;1312;p38">
              <a:extLst>
                <a:ext uri="{FF2B5EF4-FFF2-40B4-BE49-F238E27FC236}">
                  <a16:creationId xmlns:a16="http://schemas.microsoft.com/office/drawing/2014/main" id="{DE56F247-EDE9-60BF-1CC6-324E3A84024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>
              <a:extLst>
                <a:ext uri="{FF2B5EF4-FFF2-40B4-BE49-F238E27FC236}">
                  <a16:creationId xmlns:a16="http://schemas.microsoft.com/office/drawing/2014/main" id="{D2CEC7B5-D1E4-E463-63C2-521B1569632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>
            <a:extLst>
              <a:ext uri="{FF2B5EF4-FFF2-40B4-BE49-F238E27FC236}">
                <a16:creationId xmlns:a16="http://schemas.microsoft.com/office/drawing/2014/main" id="{9B4CB3D9-D116-B5C1-8878-63742934B234}"/>
              </a:ext>
            </a:extLst>
          </p:cNvPr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5" name="Google Shape;1315;p38">
              <a:extLst>
                <a:ext uri="{FF2B5EF4-FFF2-40B4-BE49-F238E27FC236}">
                  <a16:creationId xmlns:a16="http://schemas.microsoft.com/office/drawing/2014/main" id="{22243A4A-6DD5-E9CC-A6C5-5DE387AA8CA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>
              <a:extLst>
                <a:ext uri="{FF2B5EF4-FFF2-40B4-BE49-F238E27FC236}">
                  <a16:creationId xmlns:a16="http://schemas.microsoft.com/office/drawing/2014/main" id="{41E4B0E1-BBCA-003D-9007-27CAD8300CC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Obrázek 8">
            <a:extLst>
              <a:ext uri="{FF2B5EF4-FFF2-40B4-BE49-F238E27FC236}">
                <a16:creationId xmlns:a16="http://schemas.microsoft.com/office/drawing/2014/main" id="{3E340B69-41B0-2CAF-53B5-5AE279DD3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438" y="1106125"/>
            <a:ext cx="2118017" cy="3651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266D3F17-E4DB-D2DB-DD08-5DB42D19B081}"/>
              </a:ext>
            </a:extLst>
          </p:cNvPr>
          <p:cNvSpPr txBox="1"/>
          <p:nvPr/>
        </p:nvSpPr>
        <p:spPr>
          <a:xfrm>
            <a:off x="1042112" y="1580493"/>
            <a:ext cx="3723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tx1"/>
                </a:solidFill>
                <a:latin typeface="Montserrat Black" panose="00000A00000000000000" pitchFamily="2" charset="-18"/>
              </a:rPr>
              <a:t>Novinky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tx1"/>
                </a:solidFill>
                <a:latin typeface="Montserrat Black" panose="00000A00000000000000" pitchFamily="2" charset="-18"/>
              </a:rPr>
              <a:t>Responzivita</a:t>
            </a:r>
          </a:p>
        </p:txBody>
      </p:sp>
    </p:spTree>
    <p:extLst>
      <p:ext uri="{BB962C8B-B14F-4D97-AF65-F5344CB8AC3E}">
        <p14:creationId xmlns:p14="http://schemas.microsoft.com/office/powerpoint/2010/main" val="26563444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>
          <a:extLst>
            <a:ext uri="{FF2B5EF4-FFF2-40B4-BE49-F238E27FC236}">
              <a16:creationId xmlns:a16="http://schemas.microsoft.com/office/drawing/2014/main" id="{B6654D5D-346D-BE0F-1F7E-CCA44ED7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38">
            <a:extLst>
              <a:ext uri="{FF2B5EF4-FFF2-40B4-BE49-F238E27FC236}">
                <a16:creationId xmlns:a16="http://schemas.microsoft.com/office/drawing/2014/main" id="{57158812-B71E-74EF-883F-952483EDF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1414" y="456625"/>
            <a:ext cx="214914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Backend</a:t>
            </a:r>
            <a:endParaRPr/>
          </a:p>
        </p:txBody>
      </p:sp>
      <p:grpSp>
        <p:nvGrpSpPr>
          <p:cNvPr id="1308" name="Google Shape;1308;p38">
            <a:extLst>
              <a:ext uri="{FF2B5EF4-FFF2-40B4-BE49-F238E27FC236}">
                <a16:creationId xmlns:a16="http://schemas.microsoft.com/office/drawing/2014/main" id="{EDEA8981-23DA-0483-BD84-408AD52A4FEA}"/>
              </a:ext>
            </a:extLst>
          </p:cNvPr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09" name="Google Shape;1309;p38">
              <a:extLst>
                <a:ext uri="{FF2B5EF4-FFF2-40B4-BE49-F238E27FC236}">
                  <a16:creationId xmlns:a16="http://schemas.microsoft.com/office/drawing/2014/main" id="{B42273C6-B918-AE85-3407-BD1CB72C7C8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>
              <a:extLst>
                <a:ext uri="{FF2B5EF4-FFF2-40B4-BE49-F238E27FC236}">
                  <a16:creationId xmlns:a16="http://schemas.microsoft.com/office/drawing/2014/main" id="{ACC41578-EA8F-A594-EEFE-1E0624698AF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38">
            <a:extLst>
              <a:ext uri="{FF2B5EF4-FFF2-40B4-BE49-F238E27FC236}">
                <a16:creationId xmlns:a16="http://schemas.microsoft.com/office/drawing/2014/main" id="{AF544A4C-0E7E-4926-1B6C-DC35CF63A747}"/>
              </a:ext>
            </a:extLst>
          </p:cNvPr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2" name="Google Shape;1312;p38">
              <a:extLst>
                <a:ext uri="{FF2B5EF4-FFF2-40B4-BE49-F238E27FC236}">
                  <a16:creationId xmlns:a16="http://schemas.microsoft.com/office/drawing/2014/main" id="{1501E722-C050-06C3-3D4E-F6B7E4A693D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>
              <a:extLst>
                <a:ext uri="{FF2B5EF4-FFF2-40B4-BE49-F238E27FC236}">
                  <a16:creationId xmlns:a16="http://schemas.microsoft.com/office/drawing/2014/main" id="{771E3F80-2252-3D88-D10E-49E427936C1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>
            <a:extLst>
              <a:ext uri="{FF2B5EF4-FFF2-40B4-BE49-F238E27FC236}">
                <a16:creationId xmlns:a16="http://schemas.microsoft.com/office/drawing/2014/main" id="{68C7F9F2-74A1-93FC-0418-3CC8D5AF3BCD}"/>
              </a:ext>
            </a:extLst>
          </p:cNvPr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5" name="Google Shape;1315;p38">
              <a:extLst>
                <a:ext uri="{FF2B5EF4-FFF2-40B4-BE49-F238E27FC236}">
                  <a16:creationId xmlns:a16="http://schemas.microsoft.com/office/drawing/2014/main" id="{A5ED94D4-3CAC-E1C1-DD88-D969E501036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>
              <a:extLst>
                <a:ext uri="{FF2B5EF4-FFF2-40B4-BE49-F238E27FC236}">
                  <a16:creationId xmlns:a16="http://schemas.microsoft.com/office/drawing/2014/main" id="{93938680-15E7-1B82-7303-E2ADAC1519E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ovéPole 2">
            <a:extLst>
              <a:ext uri="{FF2B5EF4-FFF2-40B4-BE49-F238E27FC236}">
                <a16:creationId xmlns:a16="http://schemas.microsoft.com/office/drawing/2014/main" id="{5D9FE97D-B69C-A620-B066-D3DEAF42C2D8}"/>
              </a:ext>
            </a:extLst>
          </p:cNvPr>
          <p:cNvSpPr txBox="1"/>
          <p:nvPr/>
        </p:nvSpPr>
        <p:spPr>
          <a:xfrm>
            <a:off x="843930" y="1627152"/>
            <a:ext cx="75231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Databáze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 Registrace (možnost změny hesla, ověření účtu…)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 Historie chatu (možnost úpravy názvu a odstranění) 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 Nahrávání obrázků</a:t>
            </a:r>
          </a:p>
          <a:p>
            <a:endParaRPr lang="cs-CZ" sz="1800" dirty="0">
              <a:solidFill>
                <a:srgbClr val="FFFFFF"/>
              </a:solidFill>
              <a:latin typeface="Montserrat Black"/>
            </a:endParaRP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3 LLM modely (</a:t>
            </a:r>
            <a:r>
              <a:rPr lang="cs-CZ" sz="1800" dirty="0" err="1">
                <a:solidFill>
                  <a:srgbClr val="FFFFFF"/>
                </a:solidFill>
                <a:latin typeface="Montserrat Black"/>
              </a:rPr>
              <a:t>Llama</a:t>
            </a:r>
            <a:r>
              <a:rPr lang="cs-CZ" sz="1800" dirty="0">
                <a:solidFill>
                  <a:srgbClr val="FFFFFF"/>
                </a:solidFill>
                <a:latin typeface="Montserrat Black"/>
              </a:rPr>
              <a:t> 3.3, </a:t>
            </a:r>
            <a:r>
              <a:rPr lang="cs-CZ" sz="1800" dirty="0" err="1">
                <a:solidFill>
                  <a:srgbClr val="FFFFFF"/>
                </a:solidFill>
                <a:latin typeface="Montserrat Black"/>
              </a:rPr>
              <a:t>Llama</a:t>
            </a:r>
            <a:r>
              <a:rPr lang="cs-CZ" sz="1800" dirty="0">
                <a:solidFill>
                  <a:srgbClr val="FFFFFF"/>
                </a:solidFill>
                <a:latin typeface="Montserrat Black"/>
              </a:rPr>
              <a:t> 4 Scout, GPT OSS)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Live statistika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Režim hosta</a:t>
            </a:r>
          </a:p>
          <a:p>
            <a:r>
              <a:rPr lang="cs-CZ" sz="1800" dirty="0">
                <a:solidFill>
                  <a:srgbClr val="FFFFFF"/>
                </a:solidFill>
                <a:latin typeface="Montserrat Black"/>
              </a:rPr>
              <a:t>A další…</a:t>
            </a:r>
          </a:p>
          <a:p>
            <a:endParaRPr lang="cs-CZ" sz="1800" dirty="0">
              <a:solidFill>
                <a:srgbClr val="FFFFFF"/>
              </a:solidFill>
              <a:latin typeface="Montserrat Black"/>
            </a:endParaRPr>
          </a:p>
          <a:p>
            <a:endParaRPr lang="cs-CZ" sz="1800" dirty="0"/>
          </a:p>
        </p:txBody>
      </p:sp>
      <p:pic>
        <p:nvPicPr>
          <p:cNvPr id="4" name="Obrázek 3" descr="Obsah obrázku Písmo, Grafika, logo, snímek obrazovky&#10;&#10;Obsah generovaný pomocí AI může být nesprávný.">
            <a:extLst>
              <a:ext uri="{FF2B5EF4-FFF2-40B4-BE49-F238E27FC236}">
                <a16:creationId xmlns:a16="http://schemas.microsoft.com/office/drawing/2014/main" id="{EE8E84D9-6C36-64DD-0F24-62398EF7A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035" y="3363703"/>
            <a:ext cx="1271815" cy="1271815"/>
          </a:xfrm>
          <a:prstGeom prst="rect">
            <a:avLst/>
          </a:prstGeom>
        </p:spPr>
      </p:pic>
      <p:pic>
        <p:nvPicPr>
          <p:cNvPr id="1028" name="Picture 4" descr="Groq | Cisco Investments">
            <a:extLst>
              <a:ext uri="{FF2B5EF4-FFF2-40B4-BE49-F238E27FC236}">
                <a16:creationId xmlns:a16="http://schemas.microsoft.com/office/drawing/2014/main" id="{5685B042-4FC4-FDE2-B7C5-2F957133D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815" y="3530804"/>
            <a:ext cx="1404140" cy="51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95916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6CA2-3620-87B8-64E2-8BC81A137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780" y="571494"/>
            <a:ext cx="3101161" cy="572700"/>
          </a:xfrm>
        </p:spPr>
        <p:txBody>
          <a:bodyPr/>
          <a:lstStyle/>
          <a:p>
            <a:r>
              <a:rPr lang="en-US"/>
              <a:t>Co </a:t>
            </a:r>
            <a:r>
              <a:rPr lang="en-US" err="1"/>
              <a:t>bude</a:t>
            </a:r>
            <a:r>
              <a:rPr lang="en-US"/>
              <a:t> </a:t>
            </a:r>
            <a:r>
              <a:rPr lang="en-US" err="1"/>
              <a:t>dál</a:t>
            </a:r>
            <a:r>
              <a:rPr lang="en-US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6306D-3021-A2B5-4B25-E8D4833784BF}"/>
              </a:ext>
            </a:extLst>
          </p:cNvPr>
          <p:cNvSpPr txBox="1"/>
          <p:nvPr/>
        </p:nvSpPr>
        <p:spPr>
          <a:xfrm>
            <a:off x="740725" y="1831401"/>
            <a:ext cx="240319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solidFill>
                  <a:schemeClr val="tx1"/>
                </a:solidFill>
              </a:rPr>
              <a:t>Končíme</a:t>
            </a:r>
            <a:r>
              <a:rPr lang="en-US" sz="2400" b="1" dirty="0">
                <a:solidFill>
                  <a:schemeClr val="tx1"/>
                </a:solidFill>
              </a:rPr>
              <a:t>, ale...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DF0E0-C0C7-CB55-8DC1-5AB46E72F4EA}"/>
              </a:ext>
            </a:extLst>
          </p:cNvPr>
          <p:cNvSpPr txBox="1"/>
          <p:nvPr/>
        </p:nvSpPr>
        <p:spPr>
          <a:xfrm>
            <a:off x="740871" y="3561322"/>
            <a:ext cx="3560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err="1">
                <a:solidFill>
                  <a:schemeClr val="tx1"/>
                </a:solidFill>
              </a:rPr>
              <a:t>Hodnocení</a:t>
            </a:r>
            <a:r>
              <a:rPr lang="en-US" sz="1800" b="1">
                <a:solidFill>
                  <a:schemeClr val="tx1"/>
                </a:solidFill>
              </a:rPr>
              <a:t> </a:t>
            </a:r>
            <a:r>
              <a:rPr lang="en-US" sz="1800" b="1" err="1">
                <a:solidFill>
                  <a:schemeClr val="tx1"/>
                </a:solidFill>
              </a:rPr>
              <a:t>manažera</a:t>
            </a:r>
            <a:r>
              <a:rPr lang="en-US" sz="1800" b="1">
                <a:solidFill>
                  <a:schemeClr val="tx1"/>
                </a:solidFill>
              </a:rPr>
              <a:t> </a:t>
            </a:r>
            <a:r>
              <a:rPr lang="en-US" sz="1800" b="1" err="1">
                <a:solidFill>
                  <a:schemeClr val="tx1"/>
                </a:solidFill>
              </a:rPr>
              <a:t>projektu</a:t>
            </a:r>
            <a:endParaRPr lang="en-US" sz="1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05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63"/>
          <p:cNvSpPr txBox="1">
            <a:spLocks noGrp="1"/>
          </p:cNvSpPr>
          <p:nvPr>
            <p:ph type="title"/>
          </p:nvPr>
        </p:nvSpPr>
        <p:spPr>
          <a:xfrm>
            <a:off x="1381353" y="1375210"/>
            <a:ext cx="567265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DĚKUJEME</a:t>
            </a:r>
            <a:r>
              <a:rPr lang="en"/>
              <a:t>!</a:t>
            </a:r>
            <a:endParaRPr/>
          </a:p>
        </p:txBody>
      </p:sp>
      <p:pic>
        <p:nvPicPr>
          <p:cNvPr id="2294" name="Google Shape;2294;p63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-285961" y="2490333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5" name="Google Shape;2295;p63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554142" y="239186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6" name="Google Shape;2296;p63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7188004" y="124251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63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6839328" y="247447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63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-1592621">
            <a:off x="785876" y="2958776"/>
            <a:ext cx="903663" cy="853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9" name="Google Shape;2299;p63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2300" name="Google Shape;2300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63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2303" name="Google Shape;2303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5" name="Google Shape;2305;p63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2306" name="Google Shape;2306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0370C"/>
      </a:lt1>
      <a:dk2>
        <a:srgbClr val="00D77A"/>
      </a:dk2>
      <a:lt2>
        <a:srgbClr val="008801"/>
      </a:lt2>
      <a:accent1>
        <a:srgbClr val="FFC172"/>
      </a:accent1>
      <a:accent2>
        <a:srgbClr val="C7CC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92</Words>
  <Application>Microsoft Office PowerPoint</Application>
  <PresentationFormat>Předvádění na obrazovce (16:9)</PresentationFormat>
  <Paragraphs>28</Paragraphs>
  <Slides>6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Montserrat Black</vt:lpstr>
      <vt:lpstr>Nunito Light</vt:lpstr>
      <vt:lpstr>Montserrat</vt:lpstr>
      <vt:lpstr>Arial</vt:lpstr>
      <vt:lpstr>Artificial Intelligence (AI) Technology Consulting by Slidesgo</vt:lpstr>
      <vt:lpstr>JUNOMI (AI) PROJECT RPR</vt:lpstr>
      <vt:lpstr>Design</vt:lpstr>
      <vt:lpstr>Frontend</vt:lpstr>
      <vt:lpstr>Backend</vt:lpstr>
      <vt:lpstr>Co bude dál?</vt:lpstr>
      <vt:lpstr>DĚKUJEME!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M.</dc:creator>
  <cp:lastModifiedBy>Juhas Ondřej</cp:lastModifiedBy>
  <cp:revision>12</cp:revision>
  <dcterms:modified xsi:type="dcterms:W3CDTF">2026-03-20T01:41:50Z</dcterms:modified>
</cp:coreProperties>
</file>